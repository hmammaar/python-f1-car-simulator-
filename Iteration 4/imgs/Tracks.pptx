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799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6FE53-8EB7-46BF-A14B-7D612C69DDC7}" v="4" dt="2025-07-23T19:26:04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3" d="100"/>
          <a:sy n="63" d="100"/>
        </p:scale>
        <p:origin x="220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mmaar Hurzuk" userId="49f1d2455ec67123" providerId="LiveId" clId="{9D96FE53-8EB7-46BF-A14B-7D612C69DDC7}"/>
    <pc:docChg chg="modSld">
      <pc:chgData name="Muhammad Ammaar Hurzuk" userId="49f1d2455ec67123" providerId="LiveId" clId="{9D96FE53-8EB7-46BF-A14B-7D612C69DDC7}" dt="2025-07-23T19:26:04.098" v="4"/>
      <pc:docMkLst>
        <pc:docMk/>
      </pc:docMkLst>
      <pc:sldChg chg="modSp mod setBg">
        <pc:chgData name="Muhammad Ammaar Hurzuk" userId="49f1d2455ec67123" providerId="LiveId" clId="{9D96FE53-8EB7-46BF-A14B-7D612C69DDC7}" dt="2025-07-23T19:26:04.098" v="4"/>
        <pc:sldMkLst>
          <pc:docMk/>
          <pc:sldMk cId="907805740" sldId="257"/>
        </pc:sldMkLst>
        <pc:grpChg chg="mod">
          <ac:chgData name="Muhammad Ammaar Hurzuk" userId="49f1d2455ec67123" providerId="LiveId" clId="{9D96FE53-8EB7-46BF-A14B-7D612C69DDC7}" dt="2025-07-23T19:25:46.705" v="0" actId="1076"/>
          <ac:grpSpMkLst>
            <pc:docMk/>
            <pc:sldMk cId="907805740" sldId="257"/>
            <ac:grpSpMk id="1076" creationId="{35CCFED5-846A-3439-1C35-0CE87502304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51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2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84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31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95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40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76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4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12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19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93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F22DA-DA96-4A5C-B24E-33C7E89A0ADE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ED5FA-4D80-4402-A76A-9731678CBA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32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77231E46-960A-8358-FBB2-A9AB89FA3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780" y="131279"/>
            <a:ext cx="685711" cy="921424"/>
          </a:xfrm>
          <a:prstGeom prst="rect">
            <a:avLst/>
          </a:prstGeom>
        </p:spPr>
      </p:pic>
      <p:pic>
        <p:nvPicPr>
          <p:cNvPr id="6" name="Picture 5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21F61959-860C-6CBD-BDCB-FBDB86435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491" y="131279"/>
            <a:ext cx="685711" cy="921424"/>
          </a:xfrm>
          <a:prstGeom prst="rect">
            <a:avLst/>
          </a:prstGeom>
        </p:spPr>
      </p:pic>
      <p:pic>
        <p:nvPicPr>
          <p:cNvPr id="7" name="Picture 6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76EA3C16-D4A0-BA50-D3E7-3A55C2E1D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201" y="131279"/>
            <a:ext cx="685711" cy="921424"/>
          </a:xfrm>
          <a:prstGeom prst="rect">
            <a:avLst/>
          </a:prstGeom>
        </p:spPr>
      </p:pic>
      <p:pic>
        <p:nvPicPr>
          <p:cNvPr id="8" name="Picture 7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225D7E52-1EC6-7FD3-8310-188795235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912" y="131299"/>
            <a:ext cx="685711" cy="921424"/>
          </a:xfrm>
          <a:prstGeom prst="rect">
            <a:avLst/>
          </a:prstGeom>
        </p:spPr>
      </p:pic>
      <p:pic>
        <p:nvPicPr>
          <p:cNvPr id="9" name="Picture 8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F8A4C122-3309-C654-39DC-B9E2220AA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623" y="131278"/>
            <a:ext cx="685711" cy="921424"/>
          </a:xfrm>
          <a:prstGeom prst="rect">
            <a:avLst/>
          </a:prstGeom>
        </p:spPr>
      </p:pic>
      <p:pic>
        <p:nvPicPr>
          <p:cNvPr id="20" name="Picture 19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2BA5D63E-D64F-9720-50EE-D8A8B6C99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11390" y="988364"/>
            <a:ext cx="685710" cy="685710"/>
          </a:xfrm>
          <a:prstGeom prst="rect">
            <a:avLst/>
          </a:prstGeom>
        </p:spPr>
      </p:pic>
      <p:pic>
        <p:nvPicPr>
          <p:cNvPr id="12" name="Picture 11" descr="A screenshot of a clock&#10;&#10;AI-generated content may be incorrect.">
            <a:extLst>
              <a:ext uri="{FF2B5EF4-FFF2-40B4-BE49-F238E27FC236}">
                <a16:creationId xmlns:a16="http://schemas.microsoft.com/office/drawing/2014/main" id="{408D5595-D83F-B5B2-178B-5BA3749DD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93125" y="131278"/>
            <a:ext cx="925102" cy="925102"/>
          </a:xfrm>
          <a:prstGeom prst="rect">
            <a:avLst/>
          </a:prstGeom>
        </p:spPr>
      </p:pic>
      <p:pic>
        <p:nvPicPr>
          <p:cNvPr id="16" name="Picture 15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35CBC4C5-0C58-0C39-DF7E-07DBA4D19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099" y="1051522"/>
            <a:ext cx="623310" cy="623310"/>
          </a:xfrm>
          <a:prstGeom prst="rect">
            <a:avLst/>
          </a:prstGeom>
        </p:spPr>
      </p:pic>
      <p:pic>
        <p:nvPicPr>
          <p:cNvPr id="17" name="Picture 16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2080D300-7225-54D9-DEC1-3D750BE02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985" y="1052702"/>
            <a:ext cx="623310" cy="623310"/>
          </a:xfrm>
          <a:prstGeom prst="rect">
            <a:avLst/>
          </a:prstGeom>
        </p:spPr>
      </p:pic>
      <p:pic>
        <p:nvPicPr>
          <p:cNvPr id="18" name="Picture 17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8A7EAAAD-AB31-EEEB-C317-3CBCA87AA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82" y="1051522"/>
            <a:ext cx="623310" cy="623310"/>
          </a:xfrm>
          <a:prstGeom prst="rect">
            <a:avLst/>
          </a:prstGeom>
        </p:spPr>
      </p:pic>
      <p:pic>
        <p:nvPicPr>
          <p:cNvPr id="19" name="Picture 18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6905D5D6-8299-AC26-8B47-8F4FC0AF3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611" y="1052702"/>
            <a:ext cx="623310" cy="623310"/>
          </a:xfrm>
          <a:prstGeom prst="rect">
            <a:avLst/>
          </a:prstGeom>
        </p:spPr>
      </p:pic>
      <p:pic>
        <p:nvPicPr>
          <p:cNvPr id="22" name="Picture 21" descr="A round metal door with a hole in the middle&#10;&#10;AI-generated content may be incorrect.">
            <a:extLst>
              <a:ext uri="{FF2B5EF4-FFF2-40B4-BE49-F238E27FC236}">
                <a16:creationId xmlns:a16="http://schemas.microsoft.com/office/drawing/2014/main" id="{CC424E44-1030-5FED-9C9A-87D0CCC79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13029" y="1270396"/>
            <a:ext cx="684531" cy="124339"/>
          </a:xfrm>
          <a:prstGeom prst="rect">
            <a:avLst/>
          </a:prstGeom>
        </p:spPr>
      </p:pic>
      <p:pic>
        <p:nvPicPr>
          <p:cNvPr id="24" name="Picture 23" descr="A road with white markings&#10;&#10;AI-generated content may be incorrect.">
            <a:extLst>
              <a:ext uri="{FF2B5EF4-FFF2-40B4-BE49-F238E27FC236}">
                <a16:creationId xmlns:a16="http://schemas.microsoft.com/office/drawing/2014/main" id="{3719FDDB-DF1E-7C5C-0885-7FF54CDCBA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09792" y="4189519"/>
            <a:ext cx="684531" cy="919839"/>
          </a:xfrm>
          <a:prstGeom prst="rect">
            <a:avLst/>
          </a:prstGeom>
        </p:spPr>
      </p:pic>
      <p:pic>
        <p:nvPicPr>
          <p:cNvPr id="28" name="Picture 27" descr="A road with white markings&#10;&#10;AI-generated content may be incorrect.">
            <a:extLst>
              <a:ext uri="{FF2B5EF4-FFF2-40B4-BE49-F238E27FC236}">
                <a16:creationId xmlns:a16="http://schemas.microsoft.com/office/drawing/2014/main" id="{D3C3E759-774C-4CFA-15D7-F3F97C959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5922635" y="3867961"/>
            <a:ext cx="1171488" cy="1215224"/>
          </a:xfrm>
          <a:prstGeom prst="rect">
            <a:avLst/>
          </a:prstGeom>
        </p:spPr>
      </p:pic>
      <p:pic>
        <p:nvPicPr>
          <p:cNvPr id="30" name="Picture 29" descr="A cracked concrete with white corners&#10;&#10;AI-generated content may be incorrect.">
            <a:extLst>
              <a:ext uri="{FF2B5EF4-FFF2-40B4-BE49-F238E27FC236}">
                <a16:creationId xmlns:a16="http://schemas.microsoft.com/office/drawing/2014/main" id="{D9798D56-73D5-E8D7-42CD-7D20BC4AD6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914" y="3347054"/>
            <a:ext cx="1413707" cy="1413707"/>
          </a:xfrm>
          <a:prstGeom prst="rect">
            <a:avLst/>
          </a:prstGeom>
        </p:spPr>
      </p:pic>
      <p:pic>
        <p:nvPicPr>
          <p:cNvPr id="33" name="Picture 32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4096583C-F55F-3826-62EF-687F01A7A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4659" y="1557605"/>
            <a:ext cx="685711" cy="921424"/>
          </a:xfrm>
          <a:prstGeom prst="rect">
            <a:avLst/>
          </a:prstGeom>
        </p:spPr>
      </p:pic>
      <p:pic>
        <p:nvPicPr>
          <p:cNvPr id="34" name="Picture 33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15C67F3D-DC14-B1CD-D034-F088F2FD1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3317" y="2243945"/>
            <a:ext cx="685711" cy="921424"/>
          </a:xfrm>
          <a:prstGeom prst="rect">
            <a:avLst/>
          </a:prstGeom>
        </p:spPr>
      </p:pic>
      <p:pic>
        <p:nvPicPr>
          <p:cNvPr id="35" name="Picture 34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77E6178B-E228-61C0-6735-43152576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3249" y="2920467"/>
            <a:ext cx="685711" cy="921424"/>
          </a:xfrm>
          <a:prstGeom prst="rect">
            <a:avLst/>
          </a:prstGeom>
        </p:spPr>
      </p:pic>
      <p:pic>
        <p:nvPicPr>
          <p:cNvPr id="36" name="Picture 35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C2448831-11C8-86AE-4C7B-5656B0734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1907" y="3606807"/>
            <a:ext cx="685711" cy="921424"/>
          </a:xfrm>
          <a:prstGeom prst="rect">
            <a:avLst/>
          </a:prstGeom>
        </p:spPr>
      </p:pic>
      <p:pic>
        <p:nvPicPr>
          <p:cNvPr id="39" name="Picture 38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630277D7-313D-49FD-E24A-879732287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14647" y="3735331"/>
            <a:ext cx="685711" cy="921424"/>
          </a:xfrm>
          <a:prstGeom prst="rect">
            <a:avLst/>
          </a:prstGeom>
        </p:spPr>
      </p:pic>
      <p:pic>
        <p:nvPicPr>
          <p:cNvPr id="41" name="Picture 40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CB6AD238-2415-FEE2-D936-D443B8C7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616795" y="2483103"/>
            <a:ext cx="685711" cy="921425"/>
          </a:xfrm>
          <a:prstGeom prst="rect">
            <a:avLst/>
          </a:prstGeom>
        </p:spPr>
      </p:pic>
      <p:pic>
        <p:nvPicPr>
          <p:cNvPr id="42" name="Picture 41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01DCBE8F-D69F-251C-C306-E21CDE601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619979" y="2920466"/>
            <a:ext cx="685712" cy="921425"/>
          </a:xfrm>
          <a:prstGeom prst="rect">
            <a:avLst/>
          </a:prstGeom>
        </p:spPr>
      </p:pic>
      <p:pic>
        <p:nvPicPr>
          <p:cNvPr id="43" name="Picture 42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BCD8A13A-CC24-A72D-67E3-C489385B1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618637" y="3606806"/>
            <a:ext cx="685712" cy="921425"/>
          </a:xfrm>
          <a:prstGeom prst="rect">
            <a:avLst/>
          </a:prstGeom>
        </p:spPr>
      </p:pic>
      <p:pic>
        <p:nvPicPr>
          <p:cNvPr id="44" name="Picture 43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16343EA6-E1DB-5167-8742-1E405EA1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3621377" y="3735330"/>
            <a:ext cx="685712" cy="921425"/>
          </a:xfrm>
          <a:prstGeom prst="rect">
            <a:avLst/>
          </a:prstGeom>
        </p:spPr>
      </p:pic>
      <p:pic>
        <p:nvPicPr>
          <p:cNvPr id="37" name="Picture 36" descr="A screenshot of a clock&#10;&#10;AI-generated content may be incorrect.">
            <a:extLst>
              <a:ext uri="{FF2B5EF4-FFF2-40B4-BE49-F238E27FC236}">
                <a16:creationId xmlns:a16="http://schemas.microsoft.com/office/drawing/2014/main" id="{C6B24833-31AA-E98B-4A20-455E7086C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462" y="4475573"/>
            <a:ext cx="925102" cy="925102"/>
          </a:xfrm>
          <a:prstGeom prst="rect">
            <a:avLst/>
          </a:prstGeom>
        </p:spPr>
      </p:pic>
      <p:pic>
        <p:nvPicPr>
          <p:cNvPr id="40" name="Picture 39" descr="A screenshot of a clock&#10;&#10;AI-generated content may be incorrect.">
            <a:extLst>
              <a:ext uri="{FF2B5EF4-FFF2-40B4-BE49-F238E27FC236}">
                <a16:creationId xmlns:a16="http://schemas.microsoft.com/office/drawing/2014/main" id="{534C0563-FBEC-DFB9-1F9A-56D22E7FB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97100" y="4475573"/>
            <a:ext cx="925102" cy="925102"/>
          </a:xfrm>
          <a:prstGeom prst="rect">
            <a:avLst/>
          </a:prstGeom>
        </p:spPr>
      </p:pic>
      <p:pic>
        <p:nvPicPr>
          <p:cNvPr id="48" name="Picture 47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D1BA440C-9FFF-FA43-736D-66A1716C4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079" y="1743991"/>
            <a:ext cx="685711" cy="921424"/>
          </a:xfrm>
          <a:prstGeom prst="rect">
            <a:avLst/>
          </a:prstGeom>
        </p:spPr>
      </p:pic>
      <p:pic>
        <p:nvPicPr>
          <p:cNvPr id="49" name="Picture 48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DA5AF056-7C23-2B6F-987C-195828A36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90" y="1743991"/>
            <a:ext cx="685711" cy="921424"/>
          </a:xfrm>
          <a:prstGeom prst="rect">
            <a:avLst/>
          </a:prstGeom>
        </p:spPr>
      </p:pic>
      <p:pic>
        <p:nvPicPr>
          <p:cNvPr id="50" name="Picture 49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EF4AC35C-D400-37EB-865A-D086EC70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01" y="1744011"/>
            <a:ext cx="685711" cy="921424"/>
          </a:xfrm>
          <a:prstGeom prst="rect">
            <a:avLst/>
          </a:prstGeom>
        </p:spPr>
      </p:pic>
      <p:pic>
        <p:nvPicPr>
          <p:cNvPr id="51" name="Picture 50" descr="A cracked road with white lines&#10;&#10;AI-generated content may be incorrect.">
            <a:extLst>
              <a:ext uri="{FF2B5EF4-FFF2-40B4-BE49-F238E27FC236}">
                <a16:creationId xmlns:a16="http://schemas.microsoft.com/office/drawing/2014/main" id="{CB69D317-091B-F5D3-F322-CEC29042E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11" y="1743990"/>
            <a:ext cx="685711" cy="921424"/>
          </a:xfrm>
          <a:prstGeom prst="rect">
            <a:avLst/>
          </a:prstGeom>
        </p:spPr>
      </p:pic>
      <p:pic>
        <p:nvPicPr>
          <p:cNvPr id="45" name="Picture 44" descr="A screenshot of a clock&#10;&#10;AI-generated content may be incorrect.">
            <a:extLst>
              <a:ext uri="{FF2B5EF4-FFF2-40B4-BE49-F238E27FC236}">
                <a16:creationId xmlns:a16="http://schemas.microsoft.com/office/drawing/2014/main" id="{401DDFC6-C4EC-1136-B3FC-01FF7A885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00626" y="1744646"/>
            <a:ext cx="925102" cy="92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35CCFED5-846A-3439-1C35-0CE87502304A}"/>
              </a:ext>
            </a:extLst>
          </p:cNvPr>
          <p:cNvGrpSpPr/>
          <p:nvPr/>
        </p:nvGrpSpPr>
        <p:grpSpPr>
          <a:xfrm>
            <a:off x="630181" y="87218"/>
            <a:ext cx="9539400" cy="5313457"/>
            <a:chOff x="2890726" y="367813"/>
            <a:chExt cx="4711326" cy="2661245"/>
          </a:xfrm>
        </p:grpSpPr>
        <p:pic>
          <p:nvPicPr>
            <p:cNvPr id="4" name="Picture 3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5026AFAC-9613-CAB9-C888-AB3183B23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039" y="368897"/>
              <a:ext cx="432571" cy="581267"/>
            </a:xfrm>
            <a:prstGeom prst="rect">
              <a:avLst/>
            </a:prstGeom>
          </p:spPr>
        </p:pic>
        <p:pic>
          <p:nvPicPr>
            <p:cNvPr id="9" name="Picture 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DB9CD501-658D-BD7E-AE90-5B6E927B3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039" y="882201"/>
              <a:ext cx="432571" cy="581267"/>
            </a:xfrm>
            <a:prstGeom prst="rect">
              <a:avLst/>
            </a:prstGeom>
          </p:spPr>
        </p:pic>
        <p:pic>
          <p:nvPicPr>
            <p:cNvPr id="10" name="Picture 9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F19ED1B3-6F7E-8B94-BC96-83002FF6A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9610" y="368897"/>
              <a:ext cx="432571" cy="581267"/>
            </a:xfrm>
            <a:prstGeom prst="rect">
              <a:avLst/>
            </a:prstGeom>
          </p:spPr>
        </p:pic>
        <p:pic>
          <p:nvPicPr>
            <p:cNvPr id="11" name="Picture 10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6A87C99-47FC-CB11-23D7-370B75414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2180" y="368896"/>
              <a:ext cx="432571" cy="581267"/>
            </a:xfrm>
            <a:prstGeom prst="rect">
              <a:avLst/>
            </a:prstGeom>
          </p:spPr>
        </p:pic>
        <p:pic>
          <p:nvPicPr>
            <p:cNvPr id="12" name="Picture 1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8E1D1147-DA39-4EDD-8860-3F42F0D59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4751" y="368896"/>
              <a:ext cx="432571" cy="581267"/>
            </a:xfrm>
            <a:prstGeom prst="rect">
              <a:avLst/>
            </a:prstGeom>
          </p:spPr>
        </p:pic>
        <p:pic>
          <p:nvPicPr>
            <p:cNvPr id="13" name="Picture 1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702FD9D6-DD9A-86A1-2699-B99473552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322" y="368896"/>
              <a:ext cx="432571" cy="581267"/>
            </a:xfrm>
            <a:prstGeom prst="rect">
              <a:avLst/>
            </a:prstGeom>
          </p:spPr>
        </p:pic>
        <p:pic>
          <p:nvPicPr>
            <p:cNvPr id="14" name="Picture 13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68D5448-FABD-A24A-9782-1FA7C21EB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9892" y="368895"/>
              <a:ext cx="432571" cy="581267"/>
            </a:xfrm>
            <a:prstGeom prst="rect">
              <a:avLst/>
            </a:prstGeom>
          </p:spPr>
        </p:pic>
        <p:pic>
          <p:nvPicPr>
            <p:cNvPr id="18" name="Picture 17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7269F70D-FB53-D9EC-5D1E-0F0AB9EE9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8873" y="368895"/>
              <a:ext cx="432571" cy="581267"/>
            </a:xfrm>
            <a:prstGeom prst="rect">
              <a:avLst/>
            </a:prstGeom>
          </p:spPr>
        </p:pic>
        <p:pic>
          <p:nvPicPr>
            <p:cNvPr id="19" name="Picture 1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1063DFD-5309-B759-8A5A-644B7318B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329" y="882201"/>
              <a:ext cx="432571" cy="581267"/>
            </a:xfrm>
            <a:prstGeom prst="rect">
              <a:avLst/>
            </a:prstGeom>
          </p:spPr>
        </p:pic>
        <p:pic>
          <p:nvPicPr>
            <p:cNvPr id="20" name="Picture 19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A68E9681-73E8-1D4A-59B0-5068848BA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039" y="1401337"/>
              <a:ext cx="432571" cy="581267"/>
            </a:xfrm>
            <a:prstGeom prst="rect">
              <a:avLst/>
            </a:prstGeom>
          </p:spPr>
        </p:pic>
        <p:pic>
          <p:nvPicPr>
            <p:cNvPr id="21" name="Picture 20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34046D59-D1B1-BA9A-70EF-7BB452D63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329" y="1401337"/>
              <a:ext cx="432571" cy="581267"/>
            </a:xfrm>
            <a:prstGeom prst="rect">
              <a:avLst/>
            </a:prstGeom>
          </p:spPr>
        </p:pic>
        <p:pic>
          <p:nvPicPr>
            <p:cNvPr id="22" name="Picture 2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B202BACC-E656-8DFA-B5B1-11D5BA73D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970030" y="1840293"/>
              <a:ext cx="432571" cy="581267"/>
            </a:xfrm>
            <a:prstGeom prst="rect">
              <a:avLst/>
            </a:prstGeom>
          </p:spPr>
        </p:pic>
        <p:pic>
          <p:nvPicPr>
            <p:cNvPr id="23" name="Picture 2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55F8BE90-FAA9-6E73-B2C8-8986853B7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970030" y="1988990"/>
              <a:ext cx="432571" cy="581267"/>
            </a:xfrm>
            <a:prstGeom prst="rect">
              <a:avLst/>
            </a:prstGeom>
          </p:spPr>
        </p:pic>
        <p:pic>
          <p:nvPicPr>
            <p:cNvPr id="24" name="Picture 23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A7AB19E8-7C3E-D1F2-6CA9-20A490F91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95682" y="1399807"/>
              <a:ext cx="584325" cy="584325"/>
            </a:xfrm>
            <a:prstGeom prst="rect">
              <a:avLst/>
            </a:prstGeom>
          </p:spPr>
        </p:pic>
        <p:pic>
          <p:nvPicPr>
            <p:cNvPr id="25" name="Picture 24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E31A5C54-9471-814E-8A51-500C942E3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894079" y="368971"/>
              <a:ext cx="584474" cy="584325"/>
            </a:xfrm>
            <a:prstGeom prst="rect">
              <a:avLst/>
            </a:prstGeom>
          </p:spPr>
        </p:pic>
        <p:pic>
          <p:nvPicPr>
            <p:cNvPr id="27" name="Picture 26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ECFD1B3-75C3-028C-C948-465DA9748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72" r="27964"/>
            <a:stretch>
              <a:fillRect/>
            </a:stretch>
          </p:blipFill>
          <p:spPr>
            <a:xfrm rot="16200000">
              <a:off x="3163209" y="623487"/>
              <a:ext cx="47329" cy="585438"/>
            </a:xfrm>
            <a:prstGeom prst="rect">
              <a:avLst/>
            </a:prstGeom>
          </p:spPr>
        </p:pic>
        <p:pic>
          <p:nvPicPr>
            <p:cNvPr id="26" name="Picture 25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8A4495E0-BCAF-0CEE-4D5A-DA23EE2A0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4393" y="876183"/>
              <a:ext cx="588364" cy="588214"/>
            </a:xfrm>
            <a:prstGeom prst="rect">
              <a:avLst/>
            </a:prstGeom>
          </p:spPr>
        </p:pic>
        <p:pic>
          <p:nvPicPr>
            <p:cNvPr id="32" name="Picture 3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07217273-9E20-6969-FB12-C84C1CDF6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72" r="27964"/>
            <a:stretch>
              <a:fillRect/>
            </a:stretch>
          </p:blipFill>
          <p:spPr>
            <a:xfrm rot="16200000">
              <a:off x="4270519" y="1146126"/>
              <a:ext cx="47329" cy="585438"/>
            </a:xfrm>
            <a:prstGeom prst="rect">
              <a:avLst/>
            </a:prstGeom>
          </p:spPr>
        </p:pic>
        <p:pic>
          <p:nvPicPr>
            <p:cNvPr id="29" name="Picture 28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5290E3B0-4381-5B94-FC8E-C04FD75DE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983165" y="1415773"/>
              <a:ext cx="584847" cy="551872"/>
            </a:xfrm>
            <a:prstGeom prst="rect">
              <a:avLst/>
            </a:prstGeom>
          </p:spPr>
        </p:pic>
        <p:pic>
          <p:nvPicPr>
            <p:cNvPr id="34" name="Picture 33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F3A1EC43-B534-4296-21B3-453198D09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7039" y="2444996"/>
              <a:ext cx="370216" cy="581267"/>
            </a:xfrm>
            <a:prstGeom prst="rect">
              <a:avLst/>
            </a:prstGeom>
          </p:spPr>
        </p:pic>
        <p:pic>
          <p:nvPicPr>
            <p:cNvPr id="33" name="Picture 32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E3623C69-BB1D-62D2-FC76-76A977E37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0726" y="2440844"/>
              <a:ext cx="588364" cy="588214"/>
            </a:xfrm>
            <a:prstGeom prst="rect">
              <a:avLst/>
            </a:prstGeom>
          </p:spPr>
        </p:pic>
        <p:pic>
          <p:nvPicPr>
            <p:cNvPr id="36" name="Picture 35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D5E45D25-A6F7-4F1B-8EA9-529F70C02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754664" y="2439457"/>
              <a:ext cx="584474" cy="591837"/>
            </a:xfrm>
            <a:prstGeom prst="rect">
              <a:avLst/>
            </a:prstGeom>
          </p:spPr>
        </p:pic>
        <p:pic>
          <p:nvPicPr>
            <p:cNvPr id="37" name="Picture 36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B000DFD1-92B2-99E6-FABC-6EE6F9DA4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757037" y="1939984"/>
              <a:ext cx="584474" cy="593421"/>
            </a:xfrm>
            <a:prstGeom prst="rect">
              <a:avLst/>
            </a:prstGeom>
          </p:spPr>
        </p:pic>
        <p:pic>
          <p:nvPicPr>
            <p:cNvPr id="38" name="Picture 37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981966E2-BDFE-9492-0762-5A81D3CBB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65" y="1944563"/>
              <a:ext cx="432571" cy="581267"/>
            </a:xfrm>
            <a:prstGeom prst="rect">
              <a:avLst/>
            </a:prstGeom>
          </p:spPr>
        </p:pic>
        <p:pic>
          <p:nvPicPr>
            <p:cNvPr id="39" name="Picture 3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336C8E6D-9475-443D-B3AA-A86766B9B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3899" y="1944563"/>
              <a:ext cx="432571" cy="581267"/>
            </a:xfrm>
            <a:prstGeom prst="rect">
              <a:avLst/>
            </a:prstGeom>
          </p:spPr>
        </p:pic>
        <p:pic>
          <p:nvPicPr>
            <p:cNvPr id="40" name="Picture 39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A60AF514-810E-BD3A-D848-F92E28573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974250" y="1943749"/>
              <a:ext cx="584474" cy="584473"/>
            </a:xfrm>
            <a:prstGeom prst="rect">
              <a:avLst/>
            </a:prstGeom>
          </p:spPr>
        </p:pic>
        <p:pic>
          <p:nvPicPr>
            <p:cNvPr id="42" name="Picture 4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5FF3E9F-B40E-B31D-64EC-2C17E097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032073" y="933831"/>
              <a:ext cx="432571" cy="581267"/>
            </a:xfrm>
            <a:prstGeom prst="rect">
              <a:avLst/>
            </a:prstGeom>
          </p:spPr>
        </p:pic>
        <p:pic>
          <p:nvPicPr>
            <p:cNvPr id="43" name="Picture 4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8AA4833D-968C-3E46-DB92-9ADBF0E97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510859" y="934486"/>
              <a:ext cx="432571" cy="581267"/>
            </a:xfrm>
            <a:prstGeom prst="rect">
              <a:avLst/>
            </a:prstGeom>
          </p:spPr>
        </p:pic>
        <p:pic>
          <p:nvPicPr>
            <p:cNvPr id="53" name="Picture 5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042502B0-2090-962D-7A78-CB32A56AF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445703" y="934664"/>
              <a:ext cx="432571" cy="581267"/>
            </a:xfrm>
            <a:prstGeom prst="rect">
              <a:avLst/>
            </a:prstGeom>
          </p:spPr>
        </p:pic>
        <p:pic>
          <p:nvPicPr>
            <p:cNvPr id="48" name="Picture 47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0F24D48B-0F53-9217-B662-0A3802A5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440476" y="1523581"/>
              <a:ext cx="577222" cy="456997"/>
            </a:xfrm>
            <a:prstGeom prst="rect">
              <a:avLst/>
            </a:prstGeom>
          </p:spPr>
        </p:pic>
        <p:pic>
          <p:nvPicPr>
            <p:cNvPr id="45" name="Picture 44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ABE27EB2-455C-4601-B5B9-D309A902C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032073" y="1459423"/>
              <a:ext cx="432571" cy="581267"/>
            </a:xfrm>
            <a:prstGeom prst="rect">
              <a:avLst/>
            </a:prstGeom>
          </p:spPr>
        </p:pic>
        <p:pic>
          <p:nvPicPr>
            <p:cNvPr id="44" name="Picture 43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35DB1C95-A3EE-55F0-4F1A-DFEB5EE20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12644" y="1459424"/>
              <a:ext cx="432571" cy="581267"/>
            </a:xfrm>
            <a:prstGeom prst="rect">
              <a:avLst/>
            </a:prstGeom>
          </p:spPr>
        </p:pic>
        <p:pic>
          <p:nvPicPr>
            <p:cNvPr id="54" name="Picture 53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08DEDC36-2AFD-CCFB-6FD2-C8F590F3E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904818" y="934292"/>
              <a:ext cx="545636" cy="584325"/>
            </a:xfrm>
            <a:prstGeom prst="rect">
              <a:avLst/>
            </a:prstGeom>
          </p:spPr>
        </p:pic>
        <p:pic>
          <p:nvPicPr>
            <p:cNvPr id="55" name="Picture 54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15A2AE4C-146B-9941-BE0C-761C8446C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970271" y="1411670"/>
              <a:ext cx="416309" cy="543818"/>
            </a:xfrm>
            <a:prstGeom prst="rect">
              <a:avLst/>
            </a:prstGeom>
          </p:spPr>
        </p:pic>
        <p:pic>
          <p:nvPicPr>
            <p:cNvPr id="57" name="Picture 56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F39D8053-68FD-4270-F424-FC71173DB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961701" y="1836547"/>
              <a:ext cx="432571" cy="542942"/>
            </a:xfrm>
            <a:prstGeom prst="rect">
              <a:avLst/>
            </a:prstGeom>
          </p:spPr>
        </p:pic>
        <p:pic>
          <p:nvPicPr>
            <p:cNvPr id="58" name="Picture 57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D3992557-F814-155C-94C1-F6C14BCD1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961702" y="1982298"/>
              <a:ext cx="432571" cy="542942"/>
            </a:xfrm>
            <a:prstGeom prst="rect">
              <a:avLst/>
            </a:prstGeom>
          </p:spPr>
        </p:pic>
        <p:pic>
          <p:nvPicPr>
            <p:cNvPr id="61" name="Picture 60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16656011-63AB-F4CE-312E-21B45EFBA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25" r="75565"/>
            <a:stretch>
              <a:fillRect/>
            </a:stretch>
          </p:blipFill>
          <p:spPr>
            <a:xfrm>
              <a:off x="6410361" y="2427264"/>
              <a:ext cx="105701" cy="573590"/>
            </a:xfrm>
            <a:prstGeom prst="rect">
              <a:avLst/>
            </a:prstGeom>
          </p:spPr>
        </p:pic>
        <p:pic>
          <p:nvPicPr>
            <p:cNvPr id="59" name="Picture 58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426C69EC-AD71-DB28-E4E1-7E14E9844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9491" y="2429451"/>
              <a:ext cx="549967" cy="571403"/>
            </a:xfrm>
            <a:prstGeom prst="rect">
              <a:avLst/>
            </a:prstGeom>
          </p:spPr>
        </p:pic>
        <p:pic>
          <p:nvPicPr>
            <p:cNvPr id="63" name="Picture 6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42982B0E-C775-3555-E5CA-8BE883DD9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573721" y="1591483"/>
              <a:ext cx="387537" cy="584476"/>
            </a:xfrm>
            <a:prstGeom prst="rect">
              <a:avLst/>
            </a:prstGeom>
          </p:spPr>
        </p:pic>
        <p:pic>
          <p:nvPicPr>
            <p:cNvPr id="1024" name="Picture 1023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3451FEBB-8003-6D8F-F25B-6704FF4C8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571790" y="1390129"/>
              <a:ext cx="387537" cy="584476"/>
            </a:xfrm>
            <a:prstGeom prst="rect">
              <a:avLst/>
            </a:prstGeom>
          </p:spPr>
        </p:pic>
        <p:pic>
          <p:nvPicPr>
            <p:cNvPr id="1025" name="Picture 1024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AA7AB367-10BE-423A-ED58-1D8F20CDD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571992" y="1003443"/>
              <a:ext cx="387537" cy="584476"/>
            </a:xfrm>
            <a:prstGeom prst="rect">
              <a:avLst/>
            </a:prstGeom>
          </p:spPr>
        </p:pic>
        <p:pic>
          <p:nvPicPr>
            <p:cNvPr id="1028" name="Picture 1027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5BA05A8E-0B37-65B2-484B-22C60A0DD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571274" y="813152"/>
              <a:ext cx="387537" cy="584476"/>
            </a:xfrm>
            <a:prstGeom prst="rect">
              <a:avLst/>
            </a:prstGeom>
          </p:spPr>
        </p:pic>
        <p:pic>
          <p:nvPicPr>
            <p:cNvPr id="1029" name="Picture 102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DBCE0489-29B0-33A2-1497-B16FE7C75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7854" y="367813"/>
              <a:ext cx="376824" cy="581267"/>
            </a:xfrm>
            <a:prstGeom prst="rect">
              <a:avLst/>
            </a:prstGeom>
          </p:spPr>
        </p:pic>
        <p:pic>
          <p:nvPicPr>
            <p:cNvPr id="28" name="Picture 27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042197D3-A0D7-5E31-0D1C-184CCB6C3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472804" y="368795"/>
              <a:ext cx="584474" cy="584325"/>
            </a:xfrm>
            <a:prstGeom prst="rect">
              <a:avLst/>
            </a:prstGeom>
          </p:spPr>
        </p:pic>
        <p:pic>
          <p:nvPicPr>
            <p:cNvPr id="1030" name="Picture 1029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A289932D-ECF3-EFCA-782F-ECB0557EB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005887" y="883587"/>
              <a:ext cx="545636" cy="584325"/>
            </a:xfrm>
            <a:prstGeom prst="rect">
              <a:avLst/>
            </a:prstGeom>
          </p:spPr>
        </p:pic>
        <p:pic>
          <p:nvPicPr>
            <p:cNvPr id="1031" name="Picture 1030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BA5DB917-BC77-A806-EDD5-80805A90A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7462"/>
            <a:stretch>
              <a:fillRect/>
            </a:stretch>
          </p:blipFill>
          <p:spPr>
            <a:xfrm>
              <a:off x="5500922" y="2448484"/>
              <a:ext cx="53314" cy="571403"/>
            </a:xfrm>
            <a:prstGeom prst="rect">
              <a:avLst/>
            </a:prstGeom>
          </p:spPr>
        </p:pic>
        <p:pic>
          <p:nvPicPr>
            <p:cNvPr id="51" name="Picture 50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2AAB73D6-8882-5039-526D-617432846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502038" y="2451440"/>
              <a:ext cx="458453" cy="566878"/>
            </a:xfrm>
            <a:prstGeom prst="rect">
              <a:avLst/>
            </a:prstGeom>
          </p:spPr>
        </p:pic>
        <p:pic>
          <p:nvPicPr>
            <p:cNvPr id="41" name="Picture 40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D343E072-6468-48F4-E64B-C178ED4EA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5031" y="2447720"/>
              <a:ext cx="584474" cy="571403"/>
            </a:xfrm>
            <a:prstGeom prst="rect">
              <a:avLst/>
            </a:prstGeom>
          </p:spPr>
        </p:pic>
        <p:pic>
          <p:nvPicPr>
            <p:cNvPr id="47" name="Picture 46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F0BBBC57-1AF2-7A41-B006-64FFB49EA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536934" y="2074566"/>
              <a:ext cx="391865" cy="456996"/>
            </a:xfrm>
            <a:prstGeom prst="rect">
              <a:avLst/>
            </a:prstGeom>
          </p:spPr>
        </p:pic>
        <p:pic>
          <p:nvPicPr>
            <p:cNvPr id="46" name="Picture 45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7721F30-5AB3-1635-195D-EEB59BB9B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 flipH="1">
              <a:off x="5515927" y="1971890"/>
              <a:ext cx="432571" cy="456515"/>
            </a:xfrm>
            <a:prstGeom prst="rect">
              <a:avLst/>
            </a:prstGeom>
          </p:spPr>
        </p:pic>
        <p:pic>
          <p:nvPicPr>
            <p:cNvPr id="1032" name="Picture 103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026E6BB-144A-4B1F-C7E7-B18CBD57C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3836"/>
            <a:stretch>
              <a:fillRect/>
            </a:stretch>
          </p:blipFill>
          <p:spPr>
            <a:xfrm rot="5400000" flipH="1">
              <a:off x="4766219" y="1194780"/>
              <a:ext cx="26664" cy="587952"/>
            </a:xfrm>
            <a:prstGeom prst="rect">
              <a:avLst/>
            </a:prstGeom>
          </p:spPr>
        </p:pic>
        <p:pic>
          <p:nvPicPr>
            <p:cNvPr id="49" name="Picture 48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A0CF1024-6B49-9EF7-42CA-0097B0FE9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489737" y="1452827"/>
              <a:ext cx="584847" cy="591837"/>
            </a:xfrm>
            <a:prstGeom prst="rect">
              <a:avLst/>
            </a:prstGeom>
          </p:spPr>
        </p:pic>
        <p:pic>
          <p:nvPicPr>
            <p:cNvPr id="50" name="Picture 49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00C7A3F1-CAEA-F4B0-70DC-5DE6C23F4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H="1">
              <a:off x="4485575" y="934292"/>
              <a:ext cx="589980" cy="584325"/>
            </a:xfrm>
            <a:prstGeom prst="rect">
              <a:avLst/>
            </a:prstGeom>
          </p:spPr>
        </p:pic>
        <p:pic>
          <p:nvPicPr>
            <p:cNvPr id="1034" name="Picture 1033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2EF3483B-8091-1575-DE4B-F69AE072A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0667" y="2444881"/>
              <a:ext cx="94538" cy="94538"/>
            </a:xfrm>
            <a:prstGeom prst="rect">
              <a:avLst/>
            </a:prstGeom>
          </p:spPr>
        </p:pic>
        <p:pic>
          <p:nvPicPr>
            <p:cNvPr id="1035" name="Picture 1034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1E04F2DB-5008-4DF2-AEB0-9C21866F6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0310" y="2436664"/>
              <a:ext cx="94538" cy="94538"/>
            </a:xfrm>
            <a:prstGeom prst="rect">
              <a:avLst/>
            </a:prstGeom>
          </p:spPr>
        </p:pic>
        <p:pic>
          <p:nvPicPr>
            <p:cNvPr id="1036" name="Picture 1035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DA25B52A-2C2A-9636-9ABD-D168D143C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6813" y="1956770"/>
              <a:ext cx="94538" cy="94538"/>
            </a:xfrm>
            <a:prstGeom prst="rect">
              <a:avLst/>
            </a:prstGeom>
          </p:spPr>
        </p:pic>
        <p:pic>
          <p:nvPicPr>
            <p:cNvPr id="1037" name="Picture 1036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4A7F310A-39D7-CDCA-C4CB-55930853B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0198" y="1442181"/>
              <a:ext cx="94538" cy="94538"/>
            </a:xfrm>
            <a:prstGeom prst="rect">
              <a:avLst/>
            </a:prstGeom>
          </p:spPr>
        </p:pic>
        <p:pic>
          <p:nvPicPr>
            <p:cNvPr id="1038" name="Picture 1037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B9B067E4-6DA4-FC90-D07F-E0F0A17A3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3182" y="1433171"/>
              <a:ext cx="94538" cy="94538"/>
            </a:xfrm>
            <a:prstGeom prst="rect">
              <a:avLst/>
            </a:prstGeom>
          </p:spPr>
        </p:pic>
        <p:pic>
          <p:nvPicPr>
            <p:cNvPr id="1040" name="Picture 1039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20BD96DD-6808-3583-8AEE-3C1222ADD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5947" y="2418841"/>
              <a:ext cx="94538" cy="94538"/>
            </a:xfrm>
            <a:prstGeom prst="rect">
              <a:avLst/>
            </a:prstGeom>
          </p:spPr>
        </p:pic>
        <p:pic>
          <p:nvPicPr>
            <p:cNvPr id="1041" name="Picture 1040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789848CD-5346-110A-9CD0-1CC122E54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0485" y="864272"/>
              <a:ext cx="94538" cy="94538"/>
            </a:xfrm>
            <a:prstGeom prst="rect">
              <a:avLst/>
            </a:prstGeom>
          </p:spPr>
        </p:pic>
        <p:pic>
          <p:nvPicPr>
            <p:cNvPr id="1042" name="Picture 1041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AF92B856-5F82-1193-8059-443F246BA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3097" y="868937"/>
              <a:ext cx="94538" cy="94538"/>
            </a:xfrm>
            <a:prstGeom prst="rect">
              <a:avLst/>
            </a:prstGeom>
          </p:spPr>
        </p:pic>
        <p:pic>
          <p:nvPicPr>
            <p:cNvPr id="1043" name="Picture 1042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3FF5E8D8-12F7-DD30-00F3-A1BDD2807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1433" y="1389385"/>
              <a:ext cx="94538" cy="94538"/>
            </a:xfrm>
            <a:prstGeom prst="rect">
              <a:avLst/>
            </a:prstGeom>
          </p:spPr>
        </p:pic>
        <p:pic>
          <p:nvPicPr>
            <p:cNvPr id="1044" name="Picture 1043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5DB05788-D238-E9CC-4BF1-3A66FDA91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3097" y="1900821"/>
              <a:ext cx="94538" cy="94538"/>
            </a:xfrm>
            <a:prstGeom prst="rect">
              <a:avLst/>
            </a:prstGeom>
          </p:spPr>
        </p:pic>
        <p:pic>
          <p:nvPicPr>
            <p:cNvPr id="1045" name="Picture 1044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28184105-ECBE-D1BB-955B-37AC0C0EA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6975" y="2436705"/>
              <a:ext cx="94538" cy="94538"/>
            </a:xfrm>
            <a:prstGeom prst="rect">
              <a:avLst/>
            </a:prstGeom>
          </p:spPr>
        </p:pic>
        <p:pic>
          <p:nvPicPr>
            <p:cNvPr id="1046" name="Picture 1045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7F52BA2E-5B11-0E4B-D8BC-7DCE98AFD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4767" y="2434331"/>
              <a:ext cx="94538" cy="94538"/>
            </a:xfrm>
            <a:prstGeom prst="rect">
              <a:avLst/>
            </a:prstGeom>
          </p:spPr>
        </p:pic>
        <p:pic>
          <p:nvPicPr>
            <p:cNvPr id="1047" name="Picture 1046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86BE6C76-D8FF-3FDD-A138-56D813104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8238" y="2439009"/>
              <a:ext cx="94538" cy="94538"/>
            </a:xfrm>
            <a:prstGeom prst="rect">
              <a:avLst/>
            </a:prstGeom>
          </p:spPr>
        </p:pic>
        <p:pic>
          <p:nvPicPr>
            <p:cNvPr id="62" name="Picture 6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0236F021-BA37-D428-7F79-6FB2C793C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573518" y="1979101"/>
              <a:ext cx="387537" cy="584476"/>
            </a:xfrm>
            <a:prstGeom prst="rect">
              <a:avLst/>
            </a:prstGeom>
          </p:spPr>
        </p:pic>
        <p:pic>
          <p:nvPicPr>
            <p:cNvPr id="1053" name="Picture 1052" descr="A white stone arch with a black background&#10;&#10;AI-generated content may be incorrect.">
              <a:extLst>
                <a:ext uri="{FF2B5EF4-FFF2-40B4-BE49-F238E27FC236}">
                  <a16:creationId xmlns:a16="http://schemas.microsoft.com/office/drawing/2014/main" id="{19010484-119A-A190-6C86-30435F814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512439" y="2465610"/>
              <a:ext cx="542556" cy="525737"/>
            </a:xfrm>
            <a:prstGeom prst="rect">
              <a:avLst/>
            </a:prstGeom>
          </p:spPr>
        </p:pic>
        <p:pic>
          <p:nvPicPr>
            <p:cNvPr id="1049" name="Picture 104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FBC308BD-F7F4-8F6B-262C-320C18A81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682" b="-28"/>
            <a:stretch>
              <a:fillRect/>
            </a:stretch>
          </p:blipFill>
          <p:spPr>
            <a:xfrm flipH="1">
              <a:off x="6815739" y="2492150"/>
              <a:ext cx="432571" cy="400990"/>
            </a:xfrm>
            <a:prstGeom prst="rect">
              <a:avLst/>
            </a:prstGeom>
          </p:spPr>
        </p:pic>
        <p:pic>
          <p:nvPicPr>
            <p:cNvPr id="1054" name="Picture 1053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39A3D51E-F0FE-DBAC-9C3F-1A550B898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5041" y="2823289"/>
              <a:ext cx="94538" cy="94538"/>
            </a:xfrm>
            <a:prstGeom prst="rect">
              <a:avLst/>
            </a:prstGeom>
          </p:spPr>
        </p:pic>
        <p:pic>
          <p:nvPicPr>
            <p:cNvPr id="1051" name="Picture 1050" descr="A broken glass with a white line&#10;&#10;AI-generated content may be incorrect.">
              <a:extLst>
                <a:ext uri="{FF2B5EF4-FFF2-40B4-BE49-F238E27FC236}">
                  <a16:creationId xmlns:a16="http://schemas.microsoft.com/office/drawing/2014/main" id="{BCA991EB-53B5-21CE-77FD-E6F573456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514255" y="2464834"/>
              <a:ext cx="469875" cy="460575"/>
            </a:xfrm>
            <a:prstGeom prst="rect">
              <a:avLst/>
            </a:prstGeom>
          </p:spPr>
        </p:pic>
        <p:pic>
          <p:nvPicPr>
            <p:cNvPr id="1055" name="Picture 1054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4CD855F4-FE25-DD57-A6F4-98DDE83F5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7414" y="2794401"/>
              <a:ext cx="129556" cy="129556"/>
            </a:xfrm>
            <a:prstGeom prst="rect">
              <a:avLst/>
            </a:prstGeom>
          </p:spPr>
        </p:pic>
        <p:pic>
          <p:nvPicPr>
            <p:cNvPr id="1056" name="Picture 1055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7A6C221F-43F9-DF91-0BCA-88347302E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222147" y="2425526"/>
              <a:ext cx="376764" cy="465869"/>
            </a:xfrm>
            <a:prstGeom prst="rect">
              <a:avLst/>
            </a:prstGeom>
          </p:spPr>
        </p:pic>
        <p:pic>
          <p:nvPicPr>
            <p:cNvPr id="1057" name="Picture 1056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069163FE-7321-1C55-8068-E57009DFA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1263" y="1888877"/>
              <a:ext cx="254705" cy="384140"/>
            </a:xfrm>
            <a:prstGeom prst="rect">
              <a:avLst/>
            </a:prstGeom>
          </p:spPr>
        </p:pic>
        <p:pic>
          <p:nvPicPr>
            <p:cNvPr id="1058" name="Picture 1057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4C4DAC96-3789-24A0-68BD-8882F9E3C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79898" y="2141911"/>
              <a:ext cx="254705" cy="384140"/>
            </a:xfrm>
            <a:prstGeom prst="rect">
              <a:avLst/>
            </a:prstGeom>
          </p:spPr>
        </p:pic>
        <p:pic>
          <p:nvPicPr>
            <p:cNvPr id="1059" name="Picture 1058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4DD136EA-2484-A8A6-6A26-6EF48C2CA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2629" y="1382811"/>
              <a:ext cx="254705" cy="384140"/>
            </a:xfrm>
            <a:prstGeom prst="rect">
              <a:avLst/>
            </a:prstGeom>
          </p:spPr>
        </p:pic>
        <p:pic>
          <p:nvPicPr>
            <p:cNvPr id="1060" name="Picture 1059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83A00369-9943-260D-CCA4-48CC87412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1264" y="1635844"/>
              <a:ext cx="254705" cy="384140"/>
            </a:xfrm>
            <a:prstGeom prst="rect">
              <a:avLst/>
            </a:prstGeom>
          </p:spPr>
        </p:pic>
        <p:pic>
          <p:nvPicPr>
            <p:cNvPr id="1061" name="Picture 1060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60D4E2D2-5890-B06F-2E40-9FDE90380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2629" y="882143"/>
              <a:ext cx="254705" cy="384140"/>
            </a:xfrm>
            <a:prstGeom prst="rect">
              <a:avLst/>
            </a:prstGeom>
          </p:spPr>
        </p:pic>
        <p:pic>
          <p:nvPicPr>
            <p:cNvPr id="1062" name="Picture 1061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5E5ACFEC-3FD8-C366-3EA1-7596696FD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2629" y="1135176"/>
              <a:ext cx="254705" cy="384140"/>
            </a:xfrm>
            <a:prstGeom prst="rect">
              <a:avLst/>
            </a:prstGeom>
          </p:spPr>
        </p:pic>
        <p:pic>
          <p:nvPicPr>
            <p:cNvPr id="1066" name="Picture 1065" descr="A white stone arch with a black background&#10;&#10;AI-generated content may be incorrect.">
              <a:extLst>
                <a:ext uri="{FF2B5EF4-FFF2-40B4-BE49-F238E27FC236}">
                  <a16:creationId xmlns:a16="http://schemas.microsoft.com/office/drawing/2014/main" id="{AA7C33B8-DF4E-F9E6-7DC4-9791C11D0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V="1">
              <a:off x="6510222" y="375801"/>
              <a:ext cx="542556" cy="530998"/>
            </a:xfrm>
            <a:prstGeom prst="rect">
              <a:avLst/>
            </a:prstGeom>
          </p:spPr>
        </p:pic>
        <p:pic>
          <p:nvPicPr>
            <p:cNvPr id="1067" name="Picture 1066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99EDB808-538F-3529-C21E-0538C0ACF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682" b="-28"/>
            <a:stretch>
              <a:fillRect/>
            </a:stretch>
          </p:blipFill>
          <p:spPr>
            <a:xfrm flipH="1" flipV="1">
              <a:off x="6813521" y="475256"/>
              <a:ext cx="432571" cy="405002"/>
            </a:xfrm>
            <a:prstGeom prst="rect">
              <a:avLst/>
            </a:prstGeom>
          </p:spPr>
        </p:pic>
        <p:pic>
          <p:nvPicPr>
            <p:cNvPr id="1068" name="Picture 1067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EC4AA257-D5F2-CC0B-A27A-B317C950E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6762823" y="453635"/>
              <a:ext cx="94538" cy="95484"/>
            </a:xfrm>
            <a:prstGeom prst="rect">
              <a:avLst/>
            </a:prstGeom>
          </p:spPr>
        </p:pic>
        <p:pic>
          <p:nvPicPr>
            <p:cNvPr id="1069" name="Picture 1068" descr="A broken glass with a white line&#10;&#10;AI-generated content may be incorrect.">
              <a:extLst>
                <a:ext uri="{FF2B5EF4-FFF2-40B4-BE49-F238E27FC236}">
                  <a16:creationId xmlns:a16="http://schemas.microsoft.com/office/drawing/2014/main" id="{020CBF6F-63D1-B3E6-E48C-61BD5682C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V="1">
              <a:off x="6512037" y="442392"/>
              <a:ext cx="469875" cy="465183"/>
            </a:xfrm>
            <a:prstGeom prst="rect">
              <a:avLst/>
            </a:prstGeom>
          </p:spPr>
        </p:pic>
        <p:pic>
          <p:nvPicPr>
            <p:cNvPr id="1070" name="Picture 1069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E64A4AEB-4C58-A708-7905-164309D14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6755196" y="447154"/>
              <a:ext cx="129556" cy="130852"/>
            </a:xfrm>
            <a:prstGeom prst="rect">
              <a:avLst/>
            </a:prstGeom>
          </p:spPr>
        </p:pic>
        <p:pic>
          <p:nvPicPr>
            <p:cNvPr id="1071" name="Picture 1070" descr="A screenshot of a clock&#10;&#10;AI-generated content may be incorrect.">
              <a:extLst>
                <a:ext uri="{FF2B5EF4-FFF2-40B4-BE49-F238E27FC236}">
                  <a16:creationId xmlns:a16="http://schemas.microsoft.com/office/drawing/2014/main" id="{F4E8255E-D967-678B-D977-6D1788D2A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7215180" y="474349"/>
              <a:ext cx="385455" cy="478673"/>
            </a:xfrm>
            <a:prstGeom prst="rect">
              <a:avLst/>
            </a:prstGeom>
          </p:spPr>
        </p:pic>
        <p:pic>
          <p:nvPicPr>
            <p:cNvPr id="1073" name="Picture 1072" descr="A cracked road with white lines&#10;&#10;AI-generated content may be incorrect.">
              <a:extLst>
                <a:ext uri="{FF2B5EF4-FFF2-40B4-BE49-F238E27FC236}">
                  <a16:creationId xmlns:a16="http://schemas.microsoft.com/office/drawing/2014/main" id="{E3AD9DF4-96F5-8605-E519-F2E7241B3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82527" y="853698"/>
              <a:ext cx="254705" cy="384140"/>
            </a:xfrm>
            <a:prstGeom prst="rect">
              <a:avLst/>
            </a:prstGeom>
          </p:spPr>
        </p:pic>
        <p:pic>
          <p:nvPicPr>
            <p:cNvPr id="1039" name="Picture 1038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4F24804C-45EE-E5FE-81D2-5364F66E7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382" y="2421573"/>
              <a:ext cx="94538" cy="94538"/>
            </a:xfrm>
            <a:prstGeom prst="rect">
              <a:avLst/>
            </a:prstGeom>
          </p:spPr>
        </p:pic>
        <p:pic>
          <p:nvPicPr>
            <p:cNvPr id="1074" name="Picture 1073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97C032BA-1EF2-9546-F101-E75BDE889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5433" y="854542"/>
              <a:ext cx="94538" cy="94538"/>
            </a:xfrm>
            <a:prstGeom prst="rect">
              <a:avLst/>
            </a:prstGeom>
          </p:spPr>
        </p:pic>
        <p:pic>
          <p:nvPicPr>
            <p:cNvPr id="1075" name="Picture 1074" descr="A white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EA91A05B-6A08-BEB2-FE43-9EEB32712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347" y="2420195"/>
              <a:ext cx="94538" cy="94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780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Ammaar Hurzuk</dc:creator>
  <cp:lastModifiedBy>Muhammad Ammaar Hurzuk</cp:lastModifiedBy>
  <cp:revision>2</cp:revision>
  <dcterms:created xsi:type="dcterms:W3CDTF">2025-07-23T12:50:22Z</dcterms:created>
  <dcterms:modified xsi:type="dcterms:W3CDTF">2025-07-23T19:26:05Z</dcterms:modified>
</cp:coreProperties>
</file>